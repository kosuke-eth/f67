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188720"/>
            <a:ext cx="2743200" cy="2743200"/>
          </a:xfrm>
          <a:prstGeom prst="ellipse">
            <a:avLst/>
          </a:prstGeom>
          <a:ln w="12700">
            <a:solidFill>
              <a:srgbClr val="1E3A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12280" y="502920"/>
            <a:ext cx="4114800" cy="4114800"/>
          </a:xfrm>
          <a:prstGeom prst="ellipse">
            <a:avLst/>
          </a:prstGeom>
          <a:ln w="12700">
            <a:solidFill>
              <a:srgbClr val="1E3A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-182880"/>
            <a:ext cx="5486400" cy="5486400"/>
          </a:xfrm>
          <a:prstGeom prst="ellipse">
            <a:avLst/>
          </a:prstGeom>
          <a:ln w="12700">
            <a:solidFill>
              <a:srgbClr val="1E3A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96528" y="2487168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  ·   ON-DEVICE LFM   ·   AMD RYZEN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" y="16002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NeoBank AI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676656" y="2670048"/>
            <a:ext cx="2011680" cy="0"/>
          </a:xfrm>
          <a:prstGeom prst="line">
            <a:avLst/>
          </a:prstGeom>
          <a:noFill/>
          <a:ln w="381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85292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Credit-underwriting AI that runs inside the bank.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58368" y="3657600"/>
            <a:ext cx="4251960" cy="566928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657600"/>
            <a:ext cx="4251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bytes ever leave the building.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736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 the Liquid WAY  —  Demo Day · June 7,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AN LFM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4572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AI isn’t worse here — </a:t>
            </a:r>
            <a:pPr indent="0" marL="0">
              <a:buNone/>
            </a:pPr>
            <a:r>
              <a:rPr lang="en-US" sz="3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not allowed.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470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financial data is legally bound to the bank’s own infrastructure.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3657600" cy="1691640"/>
          </a:xfrm>
          <a:prstGeom prst="rect">
            <a:avLst/>
          </a:prstGeom>
          <a:solidFill>
            <a:srgbClr val="1024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50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CLOUD LLM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46120" y="23774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868680" y="31089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 must leave the bank → blocked by regulation and internal policy.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2286000"/>
            <a:ext cx="3657600" cy="1691640"/>
          </a:xfrm>
          <a:prstGeom prst="rect">
            <a:avLst/>
          </a:prstGeom>
          <a:solidFill>
            <a:srgbClr val="10243B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2450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LFM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52360" y="23774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5074920" y="31089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inside the bank. Data never leaves. The only compliant path — and it works.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851660" cy="457200"/>
          </a:xfrm>
          <a:prstGeom prst="roundRect">
            <a:avLst>
              <a:gd name="adj" fmla="val 50000"/>
            </a:avLst>
          </a:prstGeom>
          <a:solidFill>
            <a:srgbClr val="0E2034"/>
          </a:solidFill>
          <a:ln w="9525">
            <a:solidFill>
              <a:srgbClr val="1E3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114800"/>
            <a:ext cx="18516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sovereignty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74620" y="4114800"/>
            <a:ext cx="1851660" cy="457200"/>
          </a:xfrm>
          <a:prstGeom prst="roundRect">
            <a:avLst>
              <a:gd name="adj" fmla="val 50000"/>
            </a:avLst>
          </a:prstGeom>
          <a:solidFill>
            <a:srgbClr val="0E2034"/>
          </a:solidFill>
          <a:ln w="9525">
            <a:solidFill>
              <a:srgbClr val="1E3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74620" y="4114800"/>
            <a:ext cx="18516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4114800"/>
            <a:ext cx="1851660" cy="457200"/>
          </a:xfrm>
          <a:prstGeom prst="roundRect">
            <a:avLst>
              <a:gd name="adj" fmla="val 50000"/>
            </a:avLst>
          </a:prstGeom>
          <a:solidFill>
            <a:srgbClr val="0E2034"/>
          </a:solidFill>
          <a:ln w="9525">
            <a:solidFill>
              <a:srgbClr val="1E3A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4114800"/>
            <a:ext cx="18516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cost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43700" y="4114800"/>
            <a:ext cx="1851660" cy="457200"/>
          </a:xfrm>
          <a:prstGeom prst="roundRect">
            <a:avLst>
              <a:gd name="adj" fmla="val 50000"/>
            </a:avLst>
          </a:prstGeom>
          <a:solidFill>
            <a:srgbClr val="0E2034"/>
          </a:solidFill>
          <a:ln w="9525">
            <a:solidFill>
              <a:srgbClr val="1E3A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3700" y="4114800"/>
            <a:ext cx="18516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latency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4572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small LFMs do the analyst’s first pass.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371600" cy="841248"/>
          </a:xfrm>
          <a:prstGeom prst="roundRect">
            <a:avLst>
              <a:gd name="adj" fmla="val 6522"/>
            </a:avLst>
          </a:prstGeom>
          <a:solidFill>
            <a:srgbClr val="0E2034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決算書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/ 画像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93392" y="1783080"/>
            <a:ext cx="31089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286000" y="1783080"/>
            <a:ext cx="1371600" cy="841248"/>
          </a:xfrm>
          <a:prstGeom prst="roundRect">
            <a:avLst>
              <a:gd name="adj" fmla="val 6522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783080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LFM2.5-VL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2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39312" y="1783080"/>
            <a:ext cx="31089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931920" y="1783080"/>
            <a:ext cx="1371600" cy="841248"/>
          </a:xfrm>
          <a:prstGeom prst="roundRect">
            <a:avLst>
              <a:gd name="adj" fmla="val 6522"/>
            </a:avLst>
          </a:prstGeom>
          <a:solidFill>
            <a:srgbClr val="0E2034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1783080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指標エンジン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85232" y="1783080"/>
            <a:ext cx="31089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577840" y="1783080"/>
            <a:ext cx="1371600" cy="841248"/>
          </a:xfrm>
          <a:prstGeom prst="roundRect">
            <a:avLst>
              <a:gd name="adj" fmla="val 6522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783080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2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LFM2.5-JP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2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 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31152" y="1783080"/>
            <a:ext cx="31089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223760" y="1783080"/>
            <a:ext cx="1371600" cy="841248"/>
          </a:xfrm>
          <a:prstGeom prst="roundRect">
            <a:avLst>
              <a:gd name="adj" fmla="val 6522"/>
            </a:avLst>
          </a:prstGeom>
          <a:solidFill>
            <a:srgbClr val="0E2034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1783080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与信所見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ドラフト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276148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runs locally on the assigned AMD Ryzen AI PC (llama.cpp + Vulkan / FastFlowLM NPU). No network.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154680"/>
            <a:ext cx="2468880" cy="1097280"/>
          </a:xfrm>
          <a:prstGeom prst="rect">
            <a:avLst/>
          </a:prstGeom>
          <a:solidFill>
            <a:srgbClr val="10243B"/>
          </a:solidFill>
          <a:ln w="6350">
            <a:solidFill>
              <a:srgbClr val="1E3A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46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 s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40080" y="38587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end-to-end, on device*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3154680"/>
            <a:ext cx="2468880" cy="1097280"/>
          </a:xfrm>
          <a:prstGeom prst="rect">
            <a:avLst/>
          </a:prstGeom>
          <a:solidFill>
            <a:srgbClr val="10243B"/>
          </a:solidFill>
          <a:ln w="6350">
            <a:solidFill>
              <a:srgbClr val="1E3A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246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3383280" y="38587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 sent to any cloud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3154680"/>
            <a:ext cx="2468880" cy="1097280"/>
          </a:xfrm>
          <a:prstGeom prst="rect">
            <a:avLst/>
          </a:prstGeom>
          <a:solidFill>
            <a:srgbClr val="10243B"/>
          </a:solidFill>
          <a:ln w="6350">
            <a:solidFill>
              <a:srgbClr val="1E3A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32461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~1.5 GB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6126480" y="38587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memory footprint*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736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*measured live on the assigned Ryzen AI PC   ·   ▶ live demo: Wi-Fi off on stage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FIRST CUSTOMER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4572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 </a:t>
            </a:r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banks. One on-device stack.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468880" cy="1097280"/>
          </a:xfrm>
          <a:prstGeom prst="rect">
            <a:avLst/>
          </a:prstGeom>
          <a:solidFill>
            <a:srgbClr val="10243B"/>
          </a:solidFill>
          <a:ln w="6350">
            <a:solidFill>
              <a:srgbClr val="1E3A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246888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hrs → min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23957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credit memo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468880" cy="1097280"/>
          </a:xfrm>
          <a:prstGeom prst="rect">
            <a:avLst/>
          </a:prstGeom>
          <a:solidFill>
            <a:srgbClr val="10243B"/>
          </a:solidFill>
          <a:ln w="6350">
            <a:solidFill>
              <a:srgbClr val="1E3A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691640"/>
            <a:ext cx="246888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83280" y="23957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banks, same pain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2468880" cy="1097280"/>
          </a:xfrm>
          <a:prstGeom prst="rect">
            <a:avLst/>
          </a:prstGeom>
          <a:solidFill>
            <a:srgbClr val="10243B"/>
          </a:solidFill>
          <a:ln w="6350">
            <a:solidFill>
              <a:srgbClr val="1E3A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691640"/>
            <a:ext cx="246888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~95%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26480" y="23957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vs cloud API*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063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38328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0E2034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3832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Land a bank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76272" y="3383280"/>
            <a:ext cx="265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423160" y="338328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0E2034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33832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Standardize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59352" y="3383280"/>
            <a:ext cx="265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206240" y="338328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0E2034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33832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Roll out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0233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sovereignty is the buying trigger; the same core workflow repeats across a fragmented market.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89320" y="3246120"/>
            <a:ext cx="2697480" cy="1325880"/>
          </a:xfrm>
          <a:prstGeom prst="rect">
            <a:avLst/>
          </a:prstGeom>
          <a:solidFill>
            <a:srgbClr val="1024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3383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the WAY thesis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72200" y="37033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AI-enabled rollup of a fragmented, unglamorous industry — with on-device LFMs as the unlock.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4736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*Indicative; validated in pilot. Public IR samples only — no real customer data.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2026-06-05T17:05:48Z</dcterms:created>
  <dcterms:modified xsi:type="dcterms:W3CDTF">2026-06-05T17:05:48Z</dcterms:modified>
</cp:coreProperties>
</file>